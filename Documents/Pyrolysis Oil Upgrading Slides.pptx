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0" r:id="rId1"/>
  </p:sldMasterIdLst>
  <p:notesMasterIdLst>
    <p:notesMasterId r:id="rId10"/>
  </p:notesMasterIdLst>
  <p:handoutMasterIdLst>
    <p:handoutMasterId r:id="rId11"/>
  </p:handoutMasterIdLst>
  <p:sldIdLst>
    <p:sldId id="447" r:id="rId2"/>
    <p:sldId id="446" r:id="rId3"/>
    <p:sldId id="443" r:id="rId4"/>
    <p:sldId id="448" r:id="rId5"/>
    <p:sldId id="453" r:id="rId6"/>
    <p:sldId id="432" r:id="rId7"/>
    <p:sldId id="452" r:id="rId8"/>
    <p:sldId id="45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1" userDrawn="1">
          <p15:clr>
            <a:srgbClr val="A4A3A4"/>
          </p15:clr>
        </p15:guide>
        <p15:guide id="2" pos="74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2D2"/>
    <a:srgbClr val="5A5A5A"/>
    <a:srgbClr val="969696"/>
    <a:srgbClr val="006DAE"/>
    <a:srgbClr val="006CAB"/>
    <a:srgbClr val="E6E6E6"/>
    <a:srgbClr val="C800D9"/>
    <a:srgbClr val="CD48D9"/>
    <a:srgbClr val="00AC3E"/>
    <a:srgbClr val="F16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EAAF0-7945-4D30-9793-65C44EE57BBD}" v="23" dt="2026-02-27T07:34:43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6093"/>
  </p:normalViewPr>
  <p:slideViewPr>
    <p:cSldViewPr snapToGrid="0" snapToObjects="1" showGuides="1">
      <p:cViewPr varScale="1">
        <p:scale>
          <a:sx n="78" d="100"/>
          <a:sy n="78" d="100"/>
        </p:scale>
        <p:origin x="874" y="72"/>
      </p:cViewPr>
      <p:guideLst>
        <p:guide orient="horz" pos="3861"/>
        <p:guide pos="74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8" d="100"/>
          <a:sy n="68" d="100"/>
        </p:scale>
        <p:origin x="2246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il Gourich" userId="2360a49a-c62f-4f06-b284-67d806439c2b" providerId="ADAL" clId="{B2AFDBC8-9B41-4959-983D-C76B50BC8B31}"/>
    <pc:docChg chg="undo custSel delSld modSld">
      <pc:chgData name="Wail Gourich" userId="2360a49a-c62f-4f06-b284-67d806439c2b" providerId="ADAL" clId="{B2AFDBC8-9B41-4959-983D-C76B50BC8B31}" dt="2026-02-27T07:34:43.321" v="165"/>
      <pc:docMkLst>
        <pc:docMk/>
      </pc:docMkLst>
      <pc:sldChg chg="addSp modSp del">
        <pc:chgData name="Wail Gourich" userId="2360a49a-c62f-4f06-b284-67d806439c2b" providerId="ADAL" clId="{B2AFDBC8-9B41-4959-983D-C76B50BC8B31}" dt="2026-02-27T06:46:55.258" v="23" actId="47"/>
        <pc:sldMkLst>
          <pc:docMk/>
          <pc:sldMk cId="4089936788" sldId="430"/>
        </pc:sldMkLst>
        <pc:spChg chg="add mod">
          <ac:chgData name="Wail Gourich" userId="2360a49a-c62f-4f06-b284-67d806439c2b" providerId="ADAL" clId="{B2AFDBC8-9B41-4959-983D-C76B50BC8B31}" dt="2026-02-27T06:45:51.277" v="9"/>
          <ac:spMkLst>
            <pc:docMk/>
            <pc:sldMk cId="4089936788" sldId="430"/>
            <ac:spMk id="8" creationId="{5A54C6BA-2F1F-3E66-0B19-A1DF4052F071}"/>
          </ac:spMkLst>
        </pc:spChg>
      </pc:sldChg>
      <pc:sldChg chg="addSp modSp">
        <pc:chgData name="Wail Gourich" userId="2360a49a-c62f-4f06-b284-67d806439c2b" providerId="ADAL" clId="{B2AFDBC8-9B41-4959-983D-C76B50BC8B31}" dt="2026-02-27T06:46:23.416" v="14"/>
        <pc:sldMkLst>
          <pc:docMk/>
          <pc:sldMk cId="4097071588" sldId="432"/>
        </pc:sldMkLst>
        <pc:spChg chg="add mod">
          <ac:chgData name="Wail Gourich" userId="2360a49a-c62f-4f06-b284-67d806439c2b" providerId="ADAL" clId="{B2AFDBC8-9B41-4959-983D-C76B50BC8B31}" dt="2026-02-27T06:46:23.416" v="14"/>
          <ac:spMkLst>
            <pc:docMk/>
            <pc:sldMk cId="4097071588" sldId="432"/>
            <ac:spMk id="6" creationId="{E5A3AFAF-94AA-CA06-1AE3-9D865110C8D7}"/>
          </ac:spMkLst>
        </pc:spChg>
      </pc:sldChg>
      <pc:sldChg chg="del">
        <pc:chgData name="Wail Gourich" userId="2360a49a-c62f-4f06-b284-67d806439c2b" providerId="ADAL" clId="{B2AFDBC8-9B41-4959-983D-C76B50BC8B31}" dt="2026-02-27T06:46:52.657" v="21" actId="47"/>
        <pc:sldMkLst>
          <pc:docMk/>
          <pc:sldMk cId="1008422128" sldId="441"/>
        </pc:sldMkLst>
      </pc:sldChg>
      <pc:sldChg chg="addSp modSp">
        <pc:chgData name="Wail Gourich" userId="2360a49a-c62f-4f06-b284-67d806439c2b" providerId="ADAL" clId="{B2AFDBC8-9B41-4959-983D-C76B50BC8B31}" dt="2026-02-27T07:34:42.431" v="164"/>
        <pc:sldMkLst>
          <pc:docMk/>
          <pc:sldMk cId="3790343908" sldId="443"/>
        </pc:sldMkLst>
        <pc:spChg chg="add mod">
          <ac:chgData name="Wail Gourich" userId="2360a49a-c62f-4f06-b284-67d806439c2b" providerId="ADAL" clId="{B2AFDBC8-9B41-4959-983D-C76B50BC8B31}" dt="2026-02-27T06:45:49.391" v="7"/>
          <ac:spMkLst>
            <pc:docMk/>
            <pc:sldMk cId="3790343908" sldId="443"/>
            <ac:spMk id="6" creationId="{4F5235D8-811B-C0BC-0E1D-5EE0E3789CE6}"/>
          </ac:spMkLst>
        </pc:spChg>
        <pc:grpChg chg="add mod">
          <ac:chgData name="Wail Gourich" userId="2360a49a-c62f-4f06-b284-67d806439c2b" providerId="ADAL" clId="{B2AFDBC8-9B41-4959-983D-C76B50BC8B31}" dt="2026-02-27T07:34:42.431" v="164"/>
          <ac:grpSpMkLst>
            <pc:docMk/>
            <pc:sldMk cId="3790343908" sldId="443"/>
            <ac:grpSpMk id="7" creationId="{17B66392-CBE0-85C1-9380-59222AFAF5F6}"/>
          </ac:grpSpMkLst>
        </pc:grpChg>
        <pc:picChg chg="mod">
          <ac:chgData name="Wail Gourich" userId="2360a49a-c62f-4f06-b284-67d806439c2b" providerId="ADAL" clId="{B2AFDBC8-9B41-4959-983D-C76B50BC8B31}" dt="2026-02-27T07:34:42.431" v="164"/>
          <ac:picMkLst>
            <pc:docMk/>
            <pc:sldMk cId="3790343908" sldId="443"/>
            <ac:picMk id="8" creationId="{5A3B6BB6-2579-DECB-D3E9-49561B722F1A}"/>
          </ac:picMkLst>
        </pc:picChg>
        <pc:cxnChg chg="mod">
          <ac:chgData name="Wail Gourich" userId="2360a49a-c62f-4f06-b284-67d806439c2b" providerId="ADAL" clId="{B2AFDBC8-9B41-4959-983D-C76B50BC8B31}" dt="2026-02-27T07:34:42.431" v="164"/>
          <ac:cxnSpMkLst>
            <pc:docMk/>
            <pc:sldMk cId="3790343908" sldId="443"/>
            <ac:cxnSpMk id="9" creationId="{5431C032-1D97-E518-2735-E893EB758B7C}"/>
          </ac:cxnSpMkLst>
        </pc:cxnChg>
      </pc:sldChg>
      <pc:sldChg chg="addSp modSp">
        <pc:chgData name="Wail Gourich" userId="2360a49a-c62f-4f06-b284-67d806439c2b" providerId="ADAL" clId="{B2AFDBC8-9B41-4959-983D-C76B50BC8B31}" dt="2026-02-27T07:34:41.602" v="163"/>
        <pc:sldMkLst>
          <pc:docMk/>
          <pc:sldMk cId="4101183058" sldId="446"/>
        </pc:sldMkLst>
        <pc:spChg chg="add mod">
          <ac:chgData name="Wail Gourich" userId="2360a49a-c62f-4f06-b284-67d806439c2b" providerId="ADAL" clId="{B2AFDBC8-9B41-4959-983D-C76B50BC8B31}" dt="2026-02-27T06:45:48.373" v="6"/>
          <ac:spMkLst>
            <pc:docMk/>
            <pc:sldMk cId="4101183058" sldId="446"/>
            <ac:spMk id="6" creationId="{B69B543F-BC3A-D0B0-D15C-D0EA6B449FF9}"/>
          </ac:spMkLst>
        </pc:spChg>
        <pc:grpChg chg="add mod">
          <ac:chgData name="Wail Gourich" userId="2360a49a-c62f-4f06-b284-67d806439c2b" providerId="ADAL" clId="{B2AFDBC8-9B41-4959-983D-C76B50BC8B31}" dt="2026-02-27T07:34:41.602" v="163"/>
          <ac:grpSpMkLst>
            <pc:docMk/>
            <pc:sldMk cId="4101183058" sldId="446"/>
            <ac:grpSpMk id="7" creationId="{5D7685C5-8B03-680B-46B6-6AE921B20F19}"/>
          </ac:grpSpMkLst>
        </pc:grpChg>
        <pc:picChg chg="mod">
          <ac:chgData name="Wail Gourich" userId="2360a49a-c62f-4f06-b284-67d806439c2b" providerId="ADAL" clId="{B2AFDBC8-9B41-4959-983D-C76B50BC8B31}" dt="2026-02-27T07:34:41.602" v="163"/>
          <ac:picMkLst>
            <pc:docMk/>
            <pc:sldMk cId="4101183058" sldId="446"/>
            <ac:picMk id="8" creationId="{F469DCF0-C6CE-D0AD-119D-386BB08D6C98}"/>
          </ac:picMkLst>
        </pc:picChg>
        <pc:cxnChg chg="mod">
          <ac:chgData name="Wail Gourich" userId="2360a49a-c62f-4f06-b284-67d806439c2b" providerId="ADAL" clId="{B2AFDBC8-9B41-4959-983D-C76B50BC8B31}" dt="2026-02-27T07:34:41.602" v="163"/>
          <ac:cxnSpMkLst>
            <pc:docMk/>
            <pc:sldMk cId="4101183058" sldId="446"/>
            <ac:cxnSpMk id="9" creationId="{F415556B-7400-4217-A310-6830C15076B4}"/>
          </ac:cxnSpMkLst>
        </pc:cxnChg>
      </pc:sldChg>
      <pc:sldChg chg="addSp modSp mod">
        <pc:chgData name="Wail Gourich" userId="2360a49a-c62f-4f06-b284-67d806439c2b" providerId="ADAL" clId="{B2AFDBC8-9B41-4959-983D-C76B50BC8B31}" dt="2026-02-27T07:34:38.978" v="162" actId="1036"/>
        <pc:sldMkLst>
          <pc:docMk/>
          <pc:sldMk cId="4102601617" sldId="447"/>
        </pc:sldMkLst>
        <pc:spChg chg="add mod">
          <ac:chgData name="Wail Gourich" userId="2360a49a-c62f-4f06-b284-67d806439c2b" providerId="ADAL" clId="{B2AFDBC8-9B41-4959-983D-C76B50BC8B31}" dt="2026-02-27T06:45:45.244" v="5" actId="207"/>
          <ac:spMkLst>
            <pc:docMk/>
            <pc:sldMk cId="4102601617" sldId="447"/>
            <ac:spMk id="6" creationId="{C9D1AFA2-79F0-553F-399A-C04FF2C13CC1}"/>
          </ac:spMkLst>
        </pc:spChg>
        <pc:spChg chg="add mod">
          <ac:chgData name="Wail Gourich" userId="2360a49a-c62f-4f06-b284-67d806439c2b" providerId="ADAL" clId="{B2AFDBC8-9B41-4959-983D-C76B50BC8B31}" dt="2026-02-27T06:48:31.237" v="151" actId="14100"/>
          <ac:spMkLst>
            <pc:docMk/>
            <pc:sldMk cId="4102601617" sldId="447"/>
            <ac:spMk id="10" creationId="{CEF57808-18E0-BD56-2616-1EBC0798E07D}"/>
          </ac:spMkLst>
        </pc:spChg>
        <pc:grpChg chg="add mod">
          <ac:chgData name="Wail Gourich" userId="2360a49a-c62f-4f06-b284-67d806439c2b" providerId="ADAL" clId="{B2AFDBC8-9B41-4959-983D-C76B50BC8B31}" dt="2026-02-27T07:34:38.978" v="162" actId="1036"/>
          <ac:grpSpMkLst>
            <pc:docMk/>
            <pc:sldMk cId="4102601617" sldId="447"/>
            <ac:grpSpMk id="7" creationId="{F1F12AE4-32B8-5742-3A18-F97CFC28E870}"/>
          </ac:grpSpMkLst>
        </pc:grpChg>
        <pc:picChg chg="mod">
          <ac:chgData name="Wail Gourich" userId="2360a49a-c62f-4f06-b284-67d806439c2b" providerId="ADAL" clId="{B2AFDBC8-9B41-4959-983D-C76B50BC8B31}" dt="2026-02-27T07:34:17.988" v="152"/>
          <ac:picMkLst>
            <pc:docMk/>
            <pc:sldMk cId="4102601617" sldId="447"/>
            <ac:picMk id="9" creationId="{5AC55F60-2362-BB67-32D9-BDEA3EAB3850}"/>
          </ac:picMkLst>
        </pc:picChg>
        <pc:cxnChg chg="add mod">
          <ac:chgData name="Wail Gourich" userId="2360a49a-c62f-4f06-b284-67d806439c2b" providerId="ADAL" clId="{B2AFDBC8-9B41-4959-983D-C76B50BC8B31}" dt="2026-02-27T06:47:29.552" v="27" actId="1582"/>
          <ac:cxnSpMkLst>
            <pc:docMk/>
            <pc:sldMk cId="4102601617" sldId="447"/>
            <ac:cxnSpMk id="8" creationId="{026F90C9-227D-FA3D-15B6-535EC77F1BA7}"/>
          </ac:cxnSpMkLst>
        </pc:cxnChg>
        <pc:cxnChg chg="mod">
          <ac:chgData name="Wail Gourich" userId="2360a49a-c62f-4f06-b284-67d806439c2b" providerId="ADAL" clId="{B2AFDBC8-9B41-4959-983D-C76B50BC8B31}" dt="2026-02-27T07:34:17.988" v="152"/>
          <ac:cxnSpMkLst>
            <pc:docMk/>
            <pc:sldMk cId="4102601617" sldId="447"/>
            <ac:cxnSpMk id="11" creationId="{D22B4852-0F9E-4CD4-437E-7F381F8F7F02}"/>
          </ac:cxnSpMkLst>
        </pc:cxnChg>
      </pc:sldChg>
      <pc:sldChg chg="addSp modSp">
        <pc:chgData name="Wail Gourich" userId="2360a49a-c62f-4f06-b284-67d806439c2b" providerId="ADAL" clId="{B2AFDBC8-9B41-4959-983D-C76B50BC8B31}" dt="2026-02-27T07:34:43.321" v="165"/>
        <pc:sldMkLst>
          <pc:docMk/>
          <pc:sldMk cId="366330506" sldId="448"/>
        </pc:sldMkLst>
        <pc:spChg chg="add mod">
          <ac:chgData name="Wail Gourich" userId="2360a49a-c62f-4f06-b284-67d806439c2b" providerId="ADAL" clId="{B2AFDBC8-9B41-4959-983D-C76B50BC8B31}" dt="2026-02-27T06:45:50.379" v="8"/>
          <ac:spMkLst>
            <pc:docMk/>
            <pc:sldMk cId="366330506" sldId="448"/>
            <ac:spMk id="6" creationId="{2A6D6279-24DF-527A-0835-294CC4B27E70}"/>
          </ac:spMkLst>
        </pc:spChg>
        <pc:grpChg chg="add mod">
          <ac:chgData name="Wail Gourich" userId="2360a49a-c62f-4f06-b284-67d806439c2b" providerId="ADAL" clId="{B2AFDBC8-9B41-4959-983D-C76B50BC8B31}" dt="2026-02-27T07:34:43.321" v="165"/>
          <ac:grpSpMkLst>
            <pc:docMk/>
            <pc:sldMk cId="366330506" sldId="448"/>
            <ac:grpSpMk id="7" creationId="{106A301D-1162-D7B6-26B8-C6D2C7467DEB}"/>
          </ac:grpSpMkLst>
        </pc:grpChg>
        <pc:picChg chg="mod">
          <ac:chgData name="Wail Gourich" userId="2360a49a-c62f-4f06-b284-67d806439c2b" providerId="ADAL" clId="{B2AFDBC8-9B41-4959-983D-C76B50BC8B31}" dt="2026-02-27T07:34:43.321" v="165"/>
          <ac:picMkLst>
            <pc:docMk/>
            <pc:sldMk cId="366330506" sldId="448"/>
            <ac:picMk id="8" creationId="{7994AC05-26EA-30D8-4A97-EF01C2DDCE83}"/>
          </ac:picMkLst>
        </pc:picChg>
        <pc:cxnChg chg="mod">
          <ac:chgData name="Wail Gourich" userId="2360a49a-c62f-4f06-b284-67d806439c2b" providerId="ADAL" clId="{B2AFDBC8-9B41-4959-983D-C76B50BC8B31}" dt="2026-02-27T07:34:43.321" v="165"/>
          <ac:cxnSpMkLst>
            <pc:docMk/>
            <pc:sldMk cId="366330506" sldId="448"/>
            <ac:cxnSpMk id="9" creationId="{2165CE3B-A4C9-7BF1-0941-27333483282A}"/>
          </ac:cxnSpMkLst>
        </pc:cxnChg>
      </pc:sldChg>
      <pc:sldChg chg="addSp modSp del">
        <pc:chgData name="Wail Gourich" userId="2360a49a-c62f-4f06-b284-67d806439c2b" providerId="ADAL" clId="{B2AFDBC8-9B41-4959-983D-C76B50BC8B31}" dt="2026-02-27T06:46:53.586" v="22" actId="47"/>
        <pc:sldMkLst>
          <pc:docMk/>
          <pc:sldMk cId="2783663418" sldId="449"/>
        </pc:sldMkLst>
        <pc:spChg chg="add mod">
          <ac:chgData name="Wail Gourich" userId="2360a49a-c62f-4f06-b284-67d806439c2b" providerId="ADAL" clId="{B2AFDBC8-9B41-4959-983D-C76B50BC8B31}" dt="2026-02-27T06:45:57.037" v="10"/>
          <ac:spMkLst>
            <pc:docMk/>
            <pc:sldMk cId="2783663418" sldId="449"/>
            <ac:spMk id="8" creationId="{66D7FB20-DD8B-FF6A-B27F-DC2FD2293A89}"/>
          </ac:spMkLst>
        </pc:spChg>
      </pc:sldChg>
      <pc:sldChg chg="addSp modSp del">
        <pc:chgData name="Wail Gourich" userId="2360a49a-c62f-4f06-b284-67d806439c2b" providerId="ADAL" clId="{B2AFDBC8-9B41-4959-983D-C76B50BC8B31}" dt="2026-02-27T06:46:39.775" v="18" actId="47"/>
        <pc:sldMkLst>
          <pc:docMk/>
          <pc:sldMk cId="1560736367" sldId="450"/>
        </pc:sldMkLst>
        <pc:spChg chg="add mod">
          <ac:chgData name="Wail Gourich" userId="2360a49a-c62f-4f06-b284-67d806439c2b" providerId="ADAL" clId="{B2AFDBC8-9B41-4959-983D-C76B50BC8B31}" dt="2026-02-27T06:46:25.314" v="15"/>
          <ac:spMkLst>
            <pc:docMk/>
            <pc:sldMk cId="1560736367" sldId="450"/>
            <ac:spMk id="6" creationId="{388763E3-1751-F513-5B9D-3EBBC4B7330F}"/>
          </ac:spMkLst>
        </pc:spChg>
      </pc:sldChg>
      <pc:sldChg chg="addSp modSp">
        <pc:chgData name="Wail Gourich" userId="2360a49a-c62f-4f06-b284-67d806439c2b" providerId="ADAL" clId="{B2AFDBC8-9B41-4959-983D-C76B50BC8B31}" dt="2026-02-27T06:46:31.443" v="17"/>
        <pc:sldMkLst>
          <pc:docMk/>
          <pc:sldMk cId="3290419308" sldId="451"/>
        </pc:sldMkLst>
        <pc:spChg chg="add mod">
          <ac:chgData name="Wail Gourich" userId="2360a49a-c62f-4f06-b284-67d806439c2b" providerId="ADAL" clId="{B2AFDBC8-9B41-4959-983D-C76B50BC8B31}" dt="2026-02-27T06:46:31.443" v="17"/>
          <ac:spMkLst>
            <pc:docMk/>
            <pc:sldMk cId="3290419308" sldId="451"/>
            <ac:spMk id="6" creationId="{5E27F27A-921D-32EC-6D95-CEBD16E41A92}"/>
          </ac:spMkLst>
        </pc:spChg>
      </pc:sldChg>
      <pc:sldChg chg="addSp modSp">
        <pc:chgData name="Wail Gourich" userId="2360a49a-c62f-4f06-b284-67d806439c2b" providerId="ADAL" clId="{B2AFDBC8-9B41-4959-983D-C76B50BC8B31}" dt="2026-02-27T06:46:29.595" v="16"/>
        <pc:sldMkLst>
          <pc:docMk/>
          <pc:sldMk cId="1702652940" sldId="452"/>
        </pc:sldMkLst>
        <pc:spChg chg="add mod">
          <ac:chgData name="Wail Gourich" userId="2360a49a-c62f-4f06-b284-67d806439c2b" providerId="ADAL" clId="{B2AFDBC8-9B41-4959-983D-C76B50BC8B31}" dt="2026-02-27T06:46:29.595" v="16"/>
          <ac:spMkLst>
            <pc:docMk/>
            <pc:sldMk cId="1702652940" sldId="452"/>
            <ac:spMk id="6" creationId="{621AA8CC-CBBF-8A40-247A-C39FFE26CA78}"/>
          </ac:spMkLst>
        </pc:spChg>
      </pc:sldChg>
      <pc:sldChg chg="addSp modSp">
        <pc:chgData name="Wail Gourich" userId="2360a49a-c62f-4f06-b284-67d806439c2b" providerId="ADAL" clId="{B2AFDBC8-9B41-4959-983D-C76B50BC8B31}" dt="2026-02-27T06:45:59.416" v="11"/>
        <pc:sldMkLst>
          <pc:docMk/>
          <pc:sldMk cId="1535755491" sldId="453"/>
        </pc:sldMkLst>
        <pc:spChg chg="add mod">
          <ac:chgData name="Wail Gourich" userId="2360a49a-c62f-4f06-b284-67d806439c2b" providerId="ADAL" clId="{B2AFDBC8-9B41-4959-983D-C76B50BC8B31}" dt="2026-02-27T06:45:59.416" v="11"/>
          <ac:spMkLst>
            <pc:docMk/>
            <pc:sldMk cId="1535755491" sldId="453"/>
            <ac:spMk id="9" creationId="{2AC6EA29-E2C8-7138-43D5-464D2810E498}"/>
          </ac:spMkLst>
        </pc:spChg>
      </pc:sldChg>
      <pc:sldChg chg="addSp modSp del">
        <pc:chgData name="Wail Gourich" userId="2360a49a-c62f-4f06-b284-67d806439c2b" providerId="ADAL" clId="{B2AFDBC8-9B41-4959-983D-C76B50BC8B31}" dt="2026-02-27T06:46:44.974" v="19" actId="47"/>
        <pc:sldMkLst>
          <pc:docMk/>
          <pc:sldMk cId="4054847771" sldId="454"/>
        </pc:sldMkLst>
        <pc:spChg chg="add mod">
          <ac:chgData name="Wail Gourich" userId="2360a49a-c62f-4f06-b284-67d806439c2b" providerId="ADAL" clId="{B2AFDBC8-9B41-4959-983D-C76B50BC8B31}" dt="2026-02-27T06:46:21.189" v="13"/>
          <ac:spMkLst>
            <pc:docMk/>
            <pc:sldMk cId="4054847771" sldId="454"/>
            <ac:spMk id="4" creationId="{6A414A16-C471-F13A-810B-56C02D8D16AE}"/>
          </ac:spMkLst>
        </pc:spChg>
      </pc:sldChg>
      <pc:sldChg chg="addSp modSp del">
        <pc:chgData name="Wail Gourich" userId="2360a49a-c62f-4f06-b284-67d806439c2b" providerId="ADAL" clId="{B2AFDBC8-9B41-4959-983D-C76B50BC8B31}" dt="2026-02-27T06:46:48.640" v="20" actId="47"/>
        <pc:sldMkLst>
          <pc:docMk/>
          <pc:sldMk cId="1328171917" sldId="456"/>
        </pc:sldMkLst>
        <pc:spChg chg="add mod">
          <ac:chgData name="Wail Gourich" userId="2360a49a-c62f-4f06-b284-67d806439c2b" providerId="ADAL" clId="{B2AFDBC8-9B41-4959-983D-C76B50BC8B31}" dt="2026-02-27T06:46:13.663" v="12"/>
          <ac:spMkLst>
            <pc:docMk/>
            <pc:sldMk cId="1328171917" sldId="456"/>
            <ac:spMk id="5" creationId="{EDF71854-5DFA-22BF-B2F3-978022D4A4E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DACBD-CDD8-4565-B9F3-1C3CBF9F63D7}" type="datetimeFigureOut">
              <a:rPr lang="en-AU" smtClean="0"/>
              <a:t>7/09/2026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2ECBC-BEF5-4DD8-8CB9-946FE619C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5765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1CB84-D0B3-C44D-BDDA-E6DD29AD441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E0804-BAAB-D942-A332-52AA6138B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E0804-BAAB-D942-A332-52AA6138B3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74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E0804-BAAB-D942-A332-52AA6138B3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41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E0804-BAAB-D942-A332-52AA6138B3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4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11" name="Picture 10" descr="PPT templates-1-standard-FINAL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5" r="3241"/>
          <a:stretch/>
        </p:blipFill>
        <p:spPr>
          <a:xfrm>
            <a:off x="8542871" y="0"/>
            <a:ext cx="3081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2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20" b="6369"/>
          <a:stretch/>
        </p:blipFill>
        <p:spPr>
          <a:xfrm>
            <a:off x="8610064" y="0"/>
            <a:ext cx="3014138" cy="686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5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12" b="6466"/>
          <a:stretch/>
        </p:blipFill>
        <p:spPr>
          <a:xfrm>
            <a:off x="8618530" y="0"/>
            <a:ext cx="3014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7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sp>
        <p:nvSpPr>
          <p:cNvPr id="9" name="Freeform 8"/>
          <p:cNvSpPr/>
          <p:nvPr userDrawn="1"/>
        </p:nvSpPr>
        <p:spPr>
          <a:xfrm>
            <a:off x="8652398" y="2502"/>
            <a:ext cx="2926807" cy="6882646"/>
          </a:xfrm>
          <a:custGeom>
            <a:avLst/>
            <a:gdLst>
              <a:gd name="connsiteX0" fmla="*/ 0 w 2971800"/>
              <a:gd name="connsiteY0" fmla="*/ 6531 h 6982097"/>
              <a:gd name="connsiteX1" fmla="*/ 0 w 2971800"/>
              <a:gd name="connsiteY1" fmla="*/ 6982097 h 6982097"/>
              <a:gd name="connsiteX2" fmla="*/ 796834 w 2971800"/>
              <a:gd name="connsiteY2" fmla="*/ 6982097 h 6982097"/>
              <a:gd name="connsiteX3" fmla="*/ 796834 w 2971800"/>
              <a:gd name="connsiteY3" fmla="*/ 3997234 h 6982097"/>
              <a:gd name="connsiteX4" fmla="*/ 1051560 w 2971800"/>
              <a:gd name="connsiteY4" fmla="*/ 6969034 h 6982097"/>
              <a:gd name="connsiteX5" fmla="*/ 1939834 w 2971800"/>
              <a:gd name="connsiteY5" fmla="*/ 6969034 h 6982097"/>
              <a:gd name="connsiteX6" fmla="*/ 2168434 w 2971800"/>
              <a:gd name="connsiteY6" fmla="*/ 4023360 h 6982097"/>
              <a:gd name="connsiteX7" fmla="*/ 2168434 w 2971800"/>
              <a:gd name="connsiteY7" fmla="*/ 6949440 h 6982097"/>
              <a:gd name="connsiteX8" fmla="*/ 2971800 w 2971800"/>
              <a:gd name="connsiteY8" fmla="*/ 6916782 h 6982097"/>
              <a:gd name="connsiteX9" fmla="*/ 2971800 w 2971800"/>
              <a:gd name="connsiteY9" fmla="*/ 0 h 6982097"/>
              <a:gd name="connsiteX10" fmla="*/ 1691640 w 2971800"/>
              <a:gd name="connsiteY10" fmla="*/ 0 h 6982097"/>
              <a:gd name="connsiteX11" fmla="*/ 1489166 w 2971800"/>
              <a:gd name="connsiteY11" fmla="*/ 2331720 h 6982097"/>
              <a:gd name="connsiteX12" fmla="*/ 1293223 w 2971800"/>
              <a:gd name="connsiteY12" fmla="*/ 6531 h 6982097"/>
              <a:gd name="connsiteX13" fmla="*/ 0 w 2971800"/>
              <a:gd name="connsiteY13" fmla="*/ 6531 h 6982097"/>
              <a:gd name="connsiteX0" fmla="*/ 0 w 2971800"/>
              <a:gd name="connsiteY0" fmla="*/ 6531 h 6982097"/>
              <a:gd name="connsiteX1" fmla="*/ 0 w 2971800"/>
              <a:gd name="connsiteY1" fmla="*/ 6982097 h 6982097"/>
              <a:gd name="connsiteX2" fmla="*/ 796834 w 2971800"/>
              <a:gd name="connsiteY2" fmla="*/ 6982097 h 6982097"/>
              <a:gd name="connsiteX3" fmla="*/ 796834 w 2971800"/>
              <a:gd name="connsiteY3" fmla="*/ 3997234 h 6982097"/>
              <a:gd name="connsiteX4" fmla="*/ 1051560 w 2971800"/>
              <a:gd name="connsiteY4" fmla="*/ 6969034 h 6982097"/>
              <a:gd name="connsiteX5" fmla="*/ 1939834 w 2971800"/>
              <a:gd name="connsiteY5" fmla="*/ 6969034 h 6982097"/>
              <a:gd name="connsiteX6" fmla="*/ 2168434 w 2971800"/>
              <a:gd name="connsiteY6" fmla="*/ 4023360 h 6982097"/>
              <a:gd name="connsiteX7" fmla="*/ 2168434 w 2971800"/>
              <a:gd name="connsiteY7" fmla="*/ 6949440 h 6982097"/>
              <a:gd name="connsiteX8" fmla="*/ 2961790 w 2971800"/>
              <a:gd name="connsiteY8" fmla="*/ 6976844 h 6982097"/>
              <a:gd name="connsiteX9" fmla="*/ 2971800 w 2971800"/>
              <a:gd name="connsiteY9" fmla="*/ 0 h 6982097"/>
              <a:gd name="connsiteX10" fmla="*/ 1691640 w 2971800"/>
              <a:gd name="connsiteY10" fmla="*/ 0 h 6982097"/>
              <a:gd name="connsiteX11" fmla="*/ 1489166 w 2971800"/>
              <a:gd name="connsiteY11" fmla="*/ 2331720 h 6982097"/>
              <a:gd name="connsiteX12" fmla="*/ 1293223 w 2971800"/>
              <a:gd name="connsiteY12" fmla="*/ 6531 h 6982097"/>
              <a:gd name="connsiteX13" fmla="*/ 0 w 2971800"/>
              <a:gd name="connsiteY13" fmla="*/ 6531 h 6982097"/>
              <a:gd name="connsiteX0" fmla="*/ 0 w 2971800"/>
              <a:gd name="connsiteY0" fmla="*/ 6531 h 6986383"/>
              <a:gd name="connsiteX1" fmla="*/ 0 w 2971800"/>
              <a:gd name="connsiteY1" fmla="*/ 6982097 h 6986383"/>
              <a:gd name="connsiteX2" fmla="*/ 796834 w 2971800"/>
              <a:gd name="connsiteY2" fmla="*/ 6982097 h 6986383"/>
              <a:gd name="connsiteX3" fmla="*/ 796834 w 2971800"/>
              <a:gd name="connsiteY3" fmla="*/ 3997234 h 6986383"/>
              <a:gd name="connsiteX4" fmla="*/ 1051560 w 2971800"/>
              <a:gd name="connsiteY4" fmla="*/ 6969034 h 6986383"/>
              <a:gd name="connsiteX5" fmla="*/ 1939834 w 2971800"/>
              <a:gd name="connsiteY5" fmla="*/ 6969034 h 6986383"/>
              <a:gd name="connsiteX6" fmla="*/ 2168434 w 2971800"/>
              <a:gd name="connsiteY6" fmla="*/ 4023360 h 6986383"/>
              <a:gd name="connsiteX7" fmla="*/ 2175823 w 2971800"/>
              <a:gd name="connsiteY7" fmla="*/ 6986383 h 6986383"/>
              <a:gd name="connsiteX8" fmla="*/ 2961790 w 2971800"/>
              <a:gd name="connsiteY8" fmla="*/ 6976844 h 6986383"/>
              <a:gd name="connsiteX9" fmla="*/ 2971800 w 2971800"/>
              <a:gd name="connsiteY9" fmla="*/ 0 h 6986383"/>
              <a:gd name="connsiteX10" fmla="*/ 1691640 w 2971800"/>
              <a:gd name="connsiteY10" fmla="*/ 0 h 6986383"/>
              <a:gd name="connsiteX11" fmla="*/ 1489166 w 2971800"/>
              <a:gd name="connsiteY11" fmla="*/ 2331720 h 6986383"/>
              <a:gd name="connsiteX12" fmla="*/ 1293223 w 2971800"/>
              <a:gd name="connsiteY12" fmla="*/ 6531 h 6986383"/>
              <a:gd name="connsiteX13" fmla="*/ 0 w 2971800"/>
              <a:gd name="connsiteY13" fmla="*/ 6531 h 6986383"/>
              <a:gd name="connsiteX0" fmla="*/ 0 w 2971800"/>
              <a:gd name="connsiteY0" fmla="*/ 6531 h 6999737"/>
              <a:gd name="connsiteX1" fmla="*/ 0 w 2971800"/>
              <a:gd name="connsiteY1" fmla="*/ 6982097 h 6999737"/>
              <a:gd name="connsiteX2" fmla="*/ 796834 w 2971800"/>
              <a:gd name="connsiteY2" fmla="*/ 6982097 h 6999737"/>
              <a:gd name="connsiteX3" fmla="*/ 796834 w 2971800"/>
              <a:gd name="connsiteY3" fmla="*/ 3997234 h 6999737"/>
              <a:gd name="connsiteX4" fmla="*/ 1051560 w 2971800"/>
              <a:gd name="connsiteY4" fmla="*/ 6969034 h 6999737"/>
              <a:gd name="connsiteX5" fmla="*/ 1939834 w 2971800"/>
              <a:gd name="connsiteY5" fmla="*/ 6969034 h 6999737"/>
              <a:gd name="connsiteX6" fmla="*/ 2168434 w 2971800"/>
              <a:gd name="connsiteY6" fmla="*/ 4023360 h 6999737"/>
              <a:gd name="connsiteX7" fmla="*/ 2175823 w 2971800"/>
              <a:gd name="connsiteY7" fmla="*/ 6986383 h 6999737"/>
              <a:gd name="connsiteX8" fmla="*/ 2961790 w 2971800"/>
              <a:gd name="connsiteY8" fmla="*/ 6999737 h 6999737"/>
              <a:gd name="connsiteX9" fmla="*/ 2971800 w 2971800"/>
              <a:gd name="connsiteY9" fmla="*/ 0 h 6999737"/>
              <a:gd name="connsiteX10" fmla="*/ 1691640 w 2971800"/>
              <a:gd name="connsiteY10" fmla="*/ 0 h 6999737"/>
              <a:gd name="connsiteX11" fmla="*/ 1489166 w 2971800"/>
              <a:gd name="connsiteY11" fmla="*/ 2331720 h 6999737"/>
              <a:gd name="connsiteX12" fmla="*/ 1293223 w 2971800"/>
              <a:gd name="connsiteY12" fmla="*/ 6531 h 6999737"/>
              <a:gd name="connsiteX13" fmla="*/ 0 w 2971800"/>
              <a:gd name="connsiteY13" fmla="*/ 6531 h 6999737"/>
              <a:gd name="connsiteX0" fmla="*/ 0 w 2971800"/>
              <a:gd name="connsiteY0" fmla="*/ 6531 h 6999737"/>
              <a:gd name="connsiteX1" fmla="*/ 0 w 2971800"/>
              <a:gd name="connsiteY1" fmla="*/ 6982097 h 6999737"/>
              <a:gd name="connsiteX2" fmla="*/ 796834 w 2971800"/>
              <a:gd name="connsiteY2" fmla="*/ 6982097 h 6999737"/>
              <a:gd name="connsiteX3" fmla="*/ 796834 w 2971800"/>
              <a:gd name="connsiteY3" fmla="*/ 3997234 h 6999737"/>
              <a:gd name="connsiteX4" fmla="*/ 1051560 w 2971800"/>
              <a:gd name="connsiteY4" fmla="*/ 6969034 h 6999737"/>
              <a:gd name="connsiteX5" fmla="*/ 1939834 w 2971800"/>
              <a:gd name="connsiteY5" fmla="*/ 6969034 h 6999737"/>
              <a:gd name="connsiteX6" fmla="*/ 2168434 w 2971800"/>
              <a:gd name="connsiteY6" fmla="*/ 4023360 h 6999737"/>
              <a:gd name="connsiteX7" fmla="*/ 2175823 w 2971800"/>
              <a:gd name="connsiteY7" fmla="*/ 6986383 h 6999737"/>
              <a:gd name="connsiteX8" fmla="*/ 2961790 w 2971800"/>
              <a:gd name="connsiteY8" fmla="*/ 6999737 h 6999737"/>
              <a:gd name="connsiteX9" fmla="*/ 2971800 w 2971800"/>
              <a:gd name="connsiteY9" fmla="*/ 0 h 6999737"/>
              <a:gd name="connsiteX10" fmla="*/ 1691640 w 2971800"/>
              <a:gd name="connsiteY10" fmla="*/ 0 h 6999737"/>
              <a:gd name="connsiteX11" fmla="*/ 1489166 w 2971800"/>
              <a:gd name="connsiteY11" fmla="*/ 2331720 h 6999737"/>
              <a:gd name="connsiteX12" fmla="*/ 1293223 w 2971800"/>
              <a:gd name="connsiteY12" fmla="*/ 6531 h 6999737"/>
              <a:gd name="connsiteX13" fmla="*/ 0 w 2971800"/>
              <a:gd name="connsiteY13" fmla="*/ 6531 h 6999737"/>
              <a:gd name="connsiteX0" fmla="*/ 0 w 2971800"/>
              <a:gd name="connsiteY0" fmla="*/ 6531 h 7001646"/>
              <a:gd name="connsiteX1" fmla="*/ 0 w 2971800"/>
              <a:gd name="connsiteY1" fmla="*/ 6982097 h 7001646"/>
              <a:gd name="connsiteX2" fmla="*/ 796834 w 2971800"/>
              <a:gd name="connsiteY2" fmla="*/ 6982097 h 7001646"/>
              <a:gd name="connsiteX3" fmla="*/ 796834 w 2971800"/>
              <a:gd name="connsiteY3" fmla="*/ 3997234 h 7001646"/>
              <a:gd name="connsiteX4" fmla="*/ 1051560 w 2971800"/>
              <a:gd name="connsiteY4" fmla="*/ 6969034 h 7001646"/>
              <a:gd name="connsiteX5" fmla="*/ 1939834 w 2971800"/>
              <a:gd name="connsiteY5" fmla="*/ 6969034 h 7001646"/>
              <a:gd name="connsiteX6" fmla="*/ 2168434 w 2971800"/>
              <a:gd name="connsiteY6" fmla="*/ 4023360 h 7001646"/>
              <a:gd name="connsiteX7" fmla="*/ 2175824 w 2971800"/>
              <a:gd name="connsiteY7" fmla="*/ 7001646 h 7001646"/>
              <a:gd name="connsiteX8" fmla="*/ 2961790 w 2971800"/>
              <a:gd name="connsiteY8" fmla="*/ 6999737 h 7001646"/>
              <a:gd name="connsiteX9" fmla="*/ 2971800 w 2971800"/>
              <a:gd name="connsiteY9" fmla="*/ 0 h 7001646"/>
              <a:gd name="connsiteX10" fmla="*/ 1691640 w 2971800"/>
              <a:gd name="connsiteY10" fmla="*/ 0 h 7001646"/>
              <a:gd name="connsiteX11" fmla="*/ 1489166 w 2971800"/>
              <a:gd name="connsiteY11" fmla="*/ 2331720 h 7001646"/>
              <a:gd name="connsiteX12" fmla="*/ 1293223 w 2971800"/>
              <a:gd name="connsiteY12" fmla="*/ 6531 h 7001646"/>
              <a:gd name="connsiteX13" fmla="*/ 0 w 2971800"/>
              <a:gd name="connsiteY13" fmla="*/ 6531 h 7001646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6982097 h 7007189"/>
              <a:gd name="connsiteX3" fmla="*/ 796834 w 2971800"/>
              <a:gd name="connsiteY3" fmla="*/ 3997234 h 7007189"/>
              <a:gd name="connsiteX4" fmla="*/ 1051560 w 2971800"/>
              <a:gd name="connsiteY4" fmla="*/ 6969034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6982097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7004990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7631 w 2971800"/>
              <a:gd name="connsiteY1" fmla="*/ 6989729 h 7007189"/>
              <a:gd name="connsiteX2" fmla="*/ 796834 w 2971800"/>
              <a:gd name="connsiteY2" fmla="*/ 7004990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7969 w 2979769"/>
              <a:gd name="connsiteY0" fmla="*/ 6531 h 7007189"/>
              <a:gd name="connsiteX1" fmla="*/ 338 w 2979769"/>
              <a:gd name="connsiteY1" fmla="*/ 6997361 h 7007189"/>
              <a:gd name="connsiteX2" fmla="*/ 804803 w 2979769"/>
              <a:gd name="connsiteY2" fmla="*/ 7004990 h 7007189"/>
              <a:gd name="connsiteX3" fmla="*/ 804803 w 2979769"/>
              <a:gd name="connsiteY3" fmla="*/ 3997234 h 7007189"/>
              <a:gd name="connsiteX4" fmla="*/ 1067160 w 2979769"/>
              <a:gd name="connsiteY4" fmla="*/ 6991927 h 7007189"/>
              <a:gd name="connsiteX5" fmla="*/ 1947803 w 2979769"/>
              <a:gd name="connsiteY5" fmla="*/ 7007189 h 7007189"/>
              <a:gd name="connsiteX6" fmla="*/ 2176403 w 2979769"/>
              <a:gd name="connsiteY6" fmla="*/ 4023360 h 7007189"/>
              <a:gd name="connsiteX7" fmla="*/ 2183793 w 2979769"/>
              <a:gd name="connsiteY7" fmla="*/ 7001646 h 7007189"/>
              <a:gd name="connsiteX8" fmla="*/ 2969759 w 2979769"/>
              <a:gd name="connsiteY8" fmla="*/ 6999737 h 7007189"/>
              <a:gd name="connsiteX9" fmla="*/ 2979769 w 2979769"/>
              <a:gd name="connsiteY9" fmla="*/ 0 h 7007189"/>
              <a:gd name="connsiteX10" fmla="*/ 1699609 w 2979769"/>
              <a:gd name="connsiteY10" fmla="*/ 0 h 7007189"/>
              <a:gd name="connsiteX11" fmla="*/ 1497135 w 2979769"/>
              <a:gd name="connsiteY11" fmla="*/ 2331720 h 7007189"/>
              <a:gd name="connsiteX12" fmla="*/ 1301192 w 2979769"/>
              <a:gd name="connsiteY12" fmla="*/ 6531 h 7007189"/>
              <a:gd name="connsiteX13" fmla="*/ 7969 w 2979769"/>
              <a:gd name="connsiteY13" fmla="*/ 6531 h 7007189"/>
              <a:gd name="connsiteX0" fmla="*/ 7969 w 2979769"/>
              <a:gd name="connsiteY0" fmla="*/ 6531 h 7007189"/>
              <a:gd name="connsiteX1" fmla="*/ 338 w 2979769"/>
              <a:gd name="connsiteY1" fmla="*/ 6997361 h 7007189"/>
              <a:gd name="connsiteX2" fmla="*/ 804803 w 2979769"/>
              <a:gd name="connsiteY2" fmla="*/ 7004990 h 7007189"/>
              <a:gd name="connsiteX3" fmla="*/ 804803 w 2979769"/>
              <a:gd name="connsiteY3" fmla="*/ 3997234 h 7007189"/>
              <a:gd name="connsiteX4" fmla="*/ 1074790 w 2979769"/>
              <a:gd name="connsiteY4" fmla="*/ 6999558 h 7007189"/>
              <a:gd name="connsiteX5" fmla="*/ 1947803 w 2979769"/>
              <a:gd name="connsiteY5" fmla="*/ 7007189 h 7007189"/>
              <a:gd name="connsiteX6" fmla="*/ 2176403 w 2979769"/>
              <a:gd name="connsiteY6" fmla="*/ 4023360 h 7007189"/>
              <a:gd name="connsiteX7" fmla="*/ 2183793 w 2979769"/>
              <a:gd name="connsiteY7" fmla="*/ 7001646 h 7007189"/>
              <a:gd name="connsiteX8" fmla="*/ 2969759 w 2979769"/>
              <a:gd name="connsiteY8" fmla="*/ 6999737 h 7007189"/>
              <a:gd name="connsiteX9" fmla="*/ 2979769 w 2979769"/>
              <a:gd name="connsiteY9" fmla="*/ 0 h 7007189"/>
              <a:gd name="connsiteX10" fmla="*/ 1699609 w 2979769"/>
              <a:gd name="connsiteY10" fmla="*/ 0 h 7007189"/>
              <a:gd name="connsiteX11" fmla="*/ 1497135 w 2979769"/>
              <a:gd name="connsiteY11" fmla="*/ 2331720 h 7007189"/>
              <a:gd name="connsiteX12" fmla="*/ 1301192 w 2979769"/>
              <a:gd name="connsiteY12" fmla="*/ 6531 h 7007189"/>
              <a:gd name="connsiteX13" fmla="*/ 7969 w 2979769"/>
              <a:gd name="connsiteY13" fmla="*/ 6531 h 700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79769" h="7007189">
                <a:moveTo>
                  <a:pt x="7969" y="6531"/>
                </a:moveTo>
                <a:cubicBezTo>
                  <a:pt x="10513" y="2334264"/>
                  <a:pt x="-2206" y="4669628"/>
                  <a:pt x="338" y="6997361"/>
                </a:cubicBezTo>
                <a:lnTo>
                  <a:pt x="804803" y="7004990"/>
                </a:lnTo>
                <a:lnTo>
                  <a:pt x="804803" y="3997234"/>
                </a:lnTo>
                <a:lnTo>
                  <a:pt x="1074790" y="6999558"/>
                </a:lnTo>
                <a:lnTo>
                  <a:pt x="1947803" y="7007189"/>
                </a:lnTo>
                <a:lnTo>
                  <a:pt x="2176403" y="4023360"/>
                </a:lnTo>
                <a:cubicBezTo>
                  <a:pt x="2178866" y="5016122"/>
                  <a:pt x="2181330" y="6008884"/>
                  <a:pt x="2183793" y="7001646"/>
                </a:cubicBezTo>
                <a:lnTo>
                  <a:pt x="2969759" y="6999737"/>
                </a:lnTo>
                <a:cubicBezTo>
                  <a:pt x="2973096" y="4674122"/>
                  <a:pt x="2976432" y="2325615"/>
                  <a:pt x="2979769" y="0"/>
                </a:cubicBezTo>
                <a:lnTo>
                  <a:pt x="1699609" y="0"/>
                </a:lnTo>
                <a:lnTo>
                  <a:pt x="1497135" y="2331720"/>
                </a:lnTo>
                <a:lnTo>
                  <a:pt x="1301192" y="6531"/>
                </a:lnTo>
                <a:lnTo>
                  <a:pt x="7969" y="6531"/>
                </a:lnTo>
                <a:close/>
              </a:path>
            </a:pathLst>
          </a:custGeom>
          <a:blipFill>
            <a:blip r:embed="rId3"/>
            <a:srcRect/>
            <a:stretch>
              <a:fillRect l="-2460" t="179" r="-31878" b="-557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5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subheading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2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246" y="6319350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9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subheading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D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2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9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131371"/>
            <a:ext cx="7451725" cy="172943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Bullet list, one column (20pt, Arial)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 numCol="2"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Bullet list, two column (20pt, Arial) </a:t>
            </a:r>
          </a:p>
          <a:p>
            <a:endParaRPr lang="en-AU" dirty="0"/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dirty="0"/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/>
              <a:t>Bullet list, two column (20pt, Arial) </a:t>
            </a:r>
          </a:p>
          <a:p>
            <a:endParaRPr lang="en-AU" dirty="0"/>
          </a:p>
        </p:txBody>
      </p:sp>
      <p:sp>
        <p:nvSpPr>
          <p:cNvPr id="29" name="Freeform 28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1270000" ty="0" sx="80000" sy="8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2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1046138"/>
            <a:ext cx="7451725" cy="4664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59998"/>
            <a:ext cx="7452026" cy="736956"/>
          </a:xfrm>
          <a:prstGeom prst="rect">
            <a:avLst/>
          </a:prstGeom>
        </p:spPr>
        <p:txBody>
          <a:bodyPr/>
          <a:lstStyle>
            <a:lvl1pPr>
              <a:defRPr sz="4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63411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(20PT, ARIAL NARROW, UPPER CASE)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2" y="2131371"/>
            <a:ext cx="4352700" cy="3976132"/>
          </a:xfrm>
          <a:prstGeom prst="rect">
            <a:avLst/>
          </a:prstGeom>
        </p:spPr>
        <p:txBody>
          <a:bodyPr/>
          <a:lstStyle>
            <a:lvl1pPr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  <p:sp>
        <p:nvSpPr>
          <p:cNvPr id="25" name="Picture Placeholder 17"/>
          <p:cNvSpPr>
            <a:spLocks noGrp="1"/>
          </p:cNvSpPr>
          <p:nvPr>
            <p:ph type="pic" sz="quarter" idx="17"/>
          </p:nvPr>
        </p:nvSpPr>
        <p:spPr>
          <a:xfrm>
            <a:off x="7380288" y="2520000"/>
            <a:ext cx="4027879" cy="2267900"/>
          </a:xfrm>
          <a:prstGeom prst="rect">
            <a:avLst/>
          </a:prstGeom>
          <a:blipFill dpi="0" rotWithShape="1">
            <a:blip r:embed="rId4"/>
            <a:srcRect/>
            <a:tile tx="0" ty="0" sx="40000" sy="40000" flip="none" algn="ctr"/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26" name="Picture Placeholder 19"/>
          <p:cNvSpPr>
            <a:spLocks noGrp="1"/>
          </p:cNvSpPr>
          <p:nvPr>
            <p:ph type="pic" sz="quarter" idx="18"/>
          </p:nvPr>
        </p:nvSpPr>
        <p:spPr>
          <a:xfrm>
            <a:off x="4960507" y="2519363"/>
            <a:ext cx="2281237" cy="2268537"/>
          </a:xfrm>
          <a:prstGeom prst="rect">
            <a:avLst/>
          </a:prstGeom>
          <a:blipFill dpi="0" rotWithShape="1">
            <a:blip r:embed="rId5"/>
            <a:srcRect/>
            <a:tile tx="0" ty="0" sx="40000" sy="40000" flip="none" algn="b"/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64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0" y="-8466"/>
            <a:ext cx="10371666" cy="6866466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9228667 w 12192000"/>
              <a:gd name="connsiteY1" fmla="*/ 8467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0498666"/>
              <a:gd name="connsiteY0" fmla="*/ 0 h 6858000"/>
              <a:gd name="connsiteX1" fmla="*/ 9228667 w 10498666"/>
              <a:gd name="connsiteY1" fmla="*/ 8467 h 6858000"/>
              <a:gd name="connsiteX2" fmla="*/ 10498666 w 10498666"/>
              <a:gd name="connsiteY2" fmla="*/ 6858000 h 6858000"/>
              <a:gd name="connsiteX3" fmla="*/ 0 w 10498666"/>
              <a:gd name="connsiteY3" fmla="*/ 6858000 h 6858000"/>
              <a:gd name="connsiteX4" fmla="*/ 0 w 10498666"/>
              <a:gd name="connsiteY4" fmla="*/ 0 h 6858000"/>
              <a:gd name="connsiteX0" fmla="*/ 0 w 10498666"/>
              <a:gd name="connsiteY0" fmla="*/ 8466 h 6866466"/>
              <a:gd name="connsiteX1" fmla="*/ 9245601 w 10498666"/>
              <a:gd name="connsiteY1" fmla="*/ 0 h 6866466"/>
              <a:gd name="connsiteX2" fmla="*/ 10498666 w 10498666"/>
              <a:gd name="connsiteY2" fmla="*/ 6866466 h 6866466"/>
              <a:gd name="connsiteX3" fmla="*/ 0 w 10498666"/>
              <a:gd name="connsiteY3" fmla="*/ 6866466 h 6866466"/>
              <a:gd name="connsiteX4" fmla="*/ 0 w 10498666"/>
              <a:gd name="connsiteY4" fmla="*/ 8466 h 6866466"/>
              <a:gd name="connsiteX0" fmla="*/ 0 w 10371666"/>
              <a:gd name="connsiteY0" fmla="*/ 8466 h 6866466"/>
              <a:gd name="connsiteX1" fmla="*/ 9245601 w 10371666"/>
              <a:gd name="connsiteY1" fmla="*/ 0 h 6866466"/>
              <a:gd name="connsiteX2" fmla="*/ 10371666 w 10371666"/>
              <a:gd name="connsiteY2" fmla="*/ 6849533 h 6866466"/>
              <a:gd name="connsiteX3" fmla="*/ 0 w 10371666"/>
              <a:gd name="connsiteY3" fmla="*/ 6866466 h 6866466"/>
              <a:gd name="connsiteX4" fmla="*/ 0 w 10371666"/>
              <a:gd name="connsiteY4" fmla="*/ 8466 h 686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71666" h="6866466">
                <a:moveTo>
                  <a:pt x="0" y="8466"/>
                </a:moveTo>
                <a:lnTo>
                  <a:pt x="9245601" y="0"/>
                </a:lnTo>
                <a:lnTo>
                  <a:pt x="10371666" y="6849533"/>
                </a:lnTo>
                <a:lnTo>
                  <a:pt x="0" y="6866466"/>
                </a:lnTo>
                <a:lnTo>
                  <a:pt x="0" y="8466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b"/>
          </a:blipFill>
        </p:spPr>
        <p:txBody>
          <a:bodyPr/>
          <a:lstStyle/>
          <a:p>
            <a:endParaRPr lang="en-AU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13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689170" y="332573"/>
            <a:ext cx="2309631" cy="1302845"/>
          </a:xfrm>
          <a:prstGeom prst="rect">
            <a:avLst/>
          </a:prstGeom>
          <a:noFill/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Image caption (title case)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28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6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-19050" y="-9525"/>
            <a:ext cx="9420225" cy="6867525"/>
          </a:xfrm>
          <a:custGeom>
            <a:avLst/>
            <a:gdLst>
              <a:gd name="connsiteX0" fmla="*/ 9525 w 8905875"/>
              <a:gd name="connsiteY0" fmla="*/ 0 h 6896100"/>
              <a:gd name="connsiteX1" fmla="*/ 4724400 w 8905875"/>
              <a:gd name="connsiteY1" fmla="*/ 0 h 6896100"/>
              <a:gd name="connsiteX2" fmla="*/ 8905875 w 8905875"/>
              <a:gd name="connsiteY2" fmla="*/ 6896100 h 6896100"/>
              <a:gd name="connsiteX3" fmla="*/ 0 w 8905875"/>
              <a:gd name="connsiteY3" fmla="*/ 6896100 h 6896100"/>
              <a:gd name="connsiteX4" fmla="*/ 9525 w 8905875"/>
              <a:gd name="connsiteY4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5875" h="6896100">
                <a:moveTo>
                  <a:pt x="9525" y="0"/>
                </a:moveTo>
                <a:lnTo>
                  <a:pt x="4724400" y="0"/>
                </a:lnTo>
                <a:lnTo>
                  <a:pt x="8905875" y="6896100"/>
                </a:lnTo>
                <a:lnTo>
                  <a:pt x="0" y="6896100"/>
                </a:lnTo>
                <a:lnTo>
                  <a:pt x="9525" y="0"/>
                </a:lnTo>
                <a:close/>
              </a:path>
            </a:pathLst>
          </a:custGeom>
          <a:solidFill>
            <a:srgbClr val="006D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2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138368" y="1741593"/>
            <a:ext cx="5757606" cy="3435594"/>
          </a:xfrm>
          <a:prstGeom prst="rect">
            <a:avLst/>
          </a:prstGeom>
        </p:spPr>
        <p:txBody>
          <a:bodyPr wrap="square"/>
          <a:lstStyle>
            <a:lvl1pPr algn="r">
              <a:defRPr sz="4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DIVIDER OR PULL-OUT QUOTE (UPPER CASE)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921" y="6319350"/>
            <a:ext cx="1262009" cy="36720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091492" y="1733018"/>
            <a:ext cx="5438775" cy="3435350"/>
          </a:xfrm>
          <a:custGeom>
            <a:avLst/>
            <a:gdLst>
              <a:gd name="connsiteX0" fmla="*/ 0 w 5476875"/>
              <a:gd name="connsiteY0" fmla="*/ 0 h 3435350"/>
              <a:gd name="connsiteX1" fmla="*/ 5476875 w 5476875"/>
              <a:gd name="connsiteY1" fmla="*/ 0 h 3435350"/>
              <a:gd name="connsiteX2" fmla="*/ 5476875 w 5476875"/>
              <a:gd name="connsiteY2" fmla="*/ 3435350 h 3435350"/>
              <a:gd name="connsiteX3" fmla="*/ 0 w 5476875"/>
              <a:gd name="connsiteY3" fmla="*/ 3435350 h 3435350"/>
              <a:gd name="connsiteX4" fmla="*/ 0 w 5476875"/>
              <a:gd name="connsiteY4" fmla="*/ 0 h 3435350"/>
              <a:gd name="connsiteX0" fmla="*/ 19050 w 5476875"/>
              <a:gd name="connsiteY0" fmla="*/ 0 h 3435350"/>
              <a:gd name="connsiteX1" fmla="*/ 5476875 w 5476875"/>
              <a:gd name="connsiteY1" fmla="*/ 0 h 3435350"/>
              <a:gd name="connsiteX2" fmla="*/ 5476875 w 5476875"/>
              <a:gd name="connsiteY2" fmla="*/ 3435350 h 3435350"/>
              <a:gd name="connsiteX3" fmla="*/ 0 w 5476875"/>
              <a:gd name="connsiteY3" fmla="*/ 3435350 h 3435350"/>
              <a:gd name="connsiteX4" fmla="*/ 19050 w 5476875"/>
              <a:gd name="connsiteY4" fmla="*/ 0 h 3435350"/>
              <a:gd name="connsiteX0" fmla="*/ 0 w 5457825"/>
              <a:gd name="connsiteY0" fmla="*/ 0 h 3435350"/>
              <a:gd name="connsiteX1" fmla="*/ 5457825 w 5457825"/>
              <a:gd name="connsiteY1" fmla="*/ 0 h 3435350"/>
              <a:gd name="connsiteX2" fmla="*/ 5457825 w 5457825"/>
              <a:gd name="connsiteY2" fmla="*/ 3435350 h 3435350"/>
              <a:gd name="connsiteX3" fmla="*/ 2266950 w 5457825"/>
              <a:gd name="connsiteY3" fmla="*/ 3435350 h 3435350"/>
              <a:gd name="connsiteX4" fmla="*/ 0 w 5457825"/>
              <a:gd name="connsiteY4" fmla="*/ 0 h 3435350"/>
              <a:gd name="connsiteX0" fmla="*/ 0 w 5438775"/>
              <a:gd name="connsiteY0" fmla="*/ 0 h 3435350"/>
              <a:gd name="connsiteX1" fmla="*/ 5438775 w 5438775"/>
              <a:gd name="connsiteY1" fmla="*/ 0 h 3435350"/>
              <a:gd name="connsiteX2" fmla="*/ 5438775 w 5438775"/>
              <a:gd name="connsiteY2" fmla="*/ 3435350 h 3435350"/>
              <a:gd name="connsiteX3" fmla="*/ 2247900 w 5438775"/>
              <a:gd name="connsiteY3" fmla="*/ 3435350 h 3435350"/>
              <a:gd name="connsiteX4" fmla="*/ 0 w 5438775"/>
              <a:gd name="connsiteY4" fmla="*/ 0 h 343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8775" h="3435350">
                <a:moveTo>
                  <a:pt x="0" y="0"/>
                </a:moveTo>
                <a:lnTo>
                  <a:pt x="5438775" y="0"/>
                </a:lnTo>
                <a:lnTo>
                  <a:pt x="5438775" y="3435350"/>
                </a:lnTo>
                <a:lnTo>
                  <a:pt x="2247900" y="34353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l"/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36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299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006108"/>
            <a:ext cx="12192000" cy="87094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52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299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006108"/>
            <a:ext cx="12192000" cy="8709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95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8535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9993085" y="-19049"/>
            <a:ext cx="123825" cy="1190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914" y="6404379"/>
            <a:ext cx="1267288" cy="368735"/>
          </a:xfrm>
          <a:prstGeom prst="rect">
            <a:avLst/>
          </a:prstGeom>
        </p:spPr>
      </p:pic>
      <p:sp>
        <p:nvSpPr>
          <p:cNvPr id="21" name="Isosceles Triangle 20"/>
          <p:cNvSpPr/>
          <p:nvPr userDrawn="1"/>
        </p:nvSpPr>
        <p:spPr>
          <a:xfrm rot="16200000" flipH="1">
            <a:off x="8957587" y="-680357"/>
            <a:ext cx="2562223" cy="3884848"/>
          </a:xfrm>
          <a:prstGeom prst="triangle">
            <a:avLst>
              <a:gd name="adj" fmla="val 0"/>
            </a:avLst>
          </a:prstGeom>
          <a:blipFill dpi="0" rotWithShape="0">
            <a:blip r:embed="rId3"/>
            <a:srcRect/>
            <a:tile tx="76200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64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8535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914" y="6404379"/>
            <a:ext cx="1267288" cy="368735"/>
          </a:xfrm>
          <a:prstGeom prst="rect">
            <a:avLst/>
          </a:prstGeom>
        </p:spPr>
      </p:pic>
      <p:sp>
        <p:nvSpPr>
          <p:cNvPr id="21" name="Isosceles Triangle 20"/>
          <p:cNvSpPr/>
          <p:nvPr userDrawn="1"/>
        </p:nvSpPr>
        <p:spPr>
          <a:xfrm rot="16200000" flipV="1">
            <a:off x="558815" y="4317983"/>
            <a:ext cx="2000250" cy="3117884"/>
          </a:xfrm>
          <a:prstGeom prst="triangle">
            <a:avLst>
              <a:gd name="adj" fmla="val 0"/>
            </a:avLst>
          </a:prstGeom>
          <a:blipFill dpi="0" rotWithShape="0">
            <a:blip r:embed="rId3"/>
            <a:srcRect/>
            <a:tile tx="762000" ty="0" sx="50000" sy="50000" flip="none" algn="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Freeform 24"/>
          <p:cNvSpPr/>
          <p:nvPr userDrawn="1"/>
        </p:nvSpPr>
        <p:spPr>
          <a:xfrm flipH="1">
            <a:off x="-1" y="4876800"/>
            <a:ext cx="1176335" cy="1962472"/>
          </a:xfrm>
          <a:custGeom>
            <a:avLst/>
            <a:gdLst>
              <a:gd name="connsiteX0" fmla="*/ 0 w 1485900"/>
              <a:gd name="connsiteY0" fmla="*/ 0 h 6877050"/>
              <a:gd name="connsiteX1" fmla="*/ 1485900 w 1485900"/>
              <a:gd name="connsiteY1" fmla="*/ 19050 h 6877050"/>
              <a:gd name="connsiteX2" fmla="*/ 1485900 w 1485900"/>
              <a:gd name="connsiteY2" fmla="*/ 6877050 h 6877050"/>
              <a:gd name="connsiteX3" fmla="*/ 1457325 w 1485900"/>
              <a:gd name="connsiteY3" fmla="*/ 6858000 h 6877050"/>
              <a:gd name="connsiteX4" fmla="*/ 0 w 1485900"/>
              <a:gd name="connsiteY4" fmla="*/ 0 h 6877050"/>
              <a:gd name="connsiteX0" fmla="*/ 0 w 1485900"/>
              <a:gd name="connsiteY0" fmla="*/ 0 h 6877050"/>
              <a:gd name="connsiteX1" fmla="*/ 1485900 w 1485900"/>
              <a:gd name="connsiteY1" fmla="*/ 19050 h 6877050"/>
              <a:gd name="connsiteX2" fmla="*/ 1485900 w 1485900"/>
              <a:gd name="connsiteY2" fmla="*/ 6877050 h 6877050"/>
              <a:gd name="connsiteX3" fmla="*/ 1438275 w 1485900"/>
              <a:gd name="connsiteY3" fmla="*/ 6858000 h 6877050"/>
              <a:gd name="connsiteX4" fmla="*/ 0 w 1485900"/>
              <a:gd name="connsiteY4" fmla="*/ 0 h 6877050"/>
              <a:gd name="connsiteX0" fmla="*/ 0 w 1485900"/>
              <a:gd name="connsiteY0" fmla="*/ 0 h 6886575"/>
              <a:gd name="connsiteX1" fmla="*/ 1485900 w 1485900"/>
              <a:gd name="connsiteY1" fmla="*/ 19050 h 6886575"/>
              <a:gd name="connsiteX2" fmla="*/ 1485900 w 1485900"/>
              <a:gd name="connsiteY2" fmla="*/ 6877050 h 6886575"/>
              <a:gd name="connsiteX3" fmla="*/ 1438275 w 1485900"/>
              <a:gd name="connsiteY3" fmla="*/ 6886575 h 6886575"/>
              <a:gd name="connsiteX4" fmla="*/ 0 w 1485900"/>
              <a:gd name="connsiteY4" fmla="*/ 0 h 6886575"/>
              <a:gd name="connsiteX0" fmla="*/ 0 w 1495425"/>
              <a:gd name="connsiteY0" fmla="*/ 1417188 h 8303763"/>
              <a:gd name="connsiteX1" fmla="*/ 1495425 w 1495425"/>
              <a:gd name="connsiteY1" fmla="*/ 0 h 8303763"/>
              <a:gd name="connsiteX2" fmla="*/ 1485900 w 1495425"/>
              <a:gd name="connsiteY2" fmla="*/ 8294238 h 8303763"/>
              <a:gd name="connsiteX3" fmla="*/ 1438275 w 1495425"/>
              <a:gd name="connsiteY3" fmla="*/ 8303763 h 8303763"/>
              <a:gd name="connsiteX4" fmla="*/ 0 w 1495425"/>
              <a:gd name="connsiteY4" fmla="*/ 1417188 h 8303763"/>
              <a:gd name="connsiteX0" fmla="*/ 0 w 1543050"/>
              <a:gd name="connsiteY0" fmla="*/ 1159402 h 8303763"/>
              <a:gd name="connsiteX1" fmla="*/ 1543050 w 1543050"/>
              <a:gd name="connsiteY1" fmla="*/ 0 h 8303763"/>
              <a:gd name="connsiteX2" fmla="*/ 1533525 w 1543050"/>
              <a:gd name="connsiteY2" fmla="*/ 8294238 h 8303763"/>
              <a:gd name="connsiteX3" fmla="*/ 1485900 w 1543050"/>
              <a:gd name="connsiteY3" fmla="*/ 8303763 h 8303763"/>
              <a:gd name="connsiteX4" fmla="*/ 0 w 1543050"/>
              <a:gd name="connsiteY4" fmla="*/ 1159402 h 8303763"/>
              <a:gd name="connsiteX0" fmla="*/ 0 w 1533525"/>
              <a:gd name="connsiteY0" fmla="*/ 2374680 h 9519041"/>
              <a:gd name="connsiteX1" fmla="*/ 1514475 w 1533525"/>
              <a:gd name="connsiteY1" fmla="*/ 0 h 9519041"/>
              <a:gd name="connsiteX2" fmla="*/ 1533525 w 1533525"/>
              <a:gd name="connsiteY2" fmla="*/ 9509516 h 9519041"/>
              <a:gd name="connsiteX3" fmla="*/ 1485900 w 1533525"/>
              <a:gd name="connsiteY3" fmla="*/ 9519041 h 9519041"/>
              <a:gd name="connsiteX4" fmla="*/ 0 w 1533525"/>
              <a:gd name="connsiteY4" fmla="*/ 2374680 h 9519041"/>
              <a:gd name="connsiteX0" fmla="*/ 0 w 1362075"/>
              <a:gd name="connsiteY0" fmla="*/ 54604 h 9519041"/>
              <a:gd name="connsiteX1" fmla="*/ 1343025 w 1362075"/>
              <a:gd name="connsiteY1" fmla="*/ 0 h 9519041"/>
              <a:gd name="connsiteX2" fmla="*/ 1362075 w 1362075"/>
              <a:gd name="connsiteY2" fmla="*/ 9509516 h 9519041"/>
              <a:gd name="connsiteX3" fmla="*/ 1314450 w 1362075"/>
              <a:gd name="connsiteY3" fmla="*/ 9519041 h 9519041"/>
              <a:gd name="connsiteX4" fmla="*/ 0 w 1362075"/>
              <a:gd name="connsiteY4" fmla="*/ 54604 h 9519041"/>
              <a:gd name="connsiteX0" fmla="*/ 0 w 2209800"/>
              <a:gd name="connsiteY0" fmla="*/ 17777 h 9519041"/>
              <a:gd name="connsiteX1" fmla="*/ 2190750 w 2209800"/>
              <a:gd name="connsiteY1" fmla="*/ 0 h 9519041"/>
              <a:gd name="connsiteX2" fmla="*/ 2209800 w 2209800"/>
              <a:gd name="connsiteY2" fmla="*/ 9509516 h 9519041"/>
              <a:gd name="connsiteX3" fmla="*/ 2162175 w 2209800"/>
              <a:gd name="connsiteY3" fmla="*/ 9519041 h 9519041"/>
              <a:gd name="connsiteX4" fmla="*/ 0 w 2209800"/>
              <a:gd name="connsiteY4" fmla="*/ 17777 h 9519041"/>
              <a:gd name="connsiteX0" fmla="*/ 0 w 2209800"/>
              <a:gd name="connsiteY0" fmla="*/ 17777 h 9519041"/>
              <a:gd name="connsiteX1" fmla="*/ 2190750 w 2209800"/>
              <a:gd name="connsiteY1" fmla="*/ 0 h 9519041"/>
              <a:gd name="connsiteX2" fmla="*/ 2209800 w 2209800"/>
              <a:gd name="connsiteY2" fmla="*/ 9509516 h 9519041"/>
              <a:gd name="connsiteX3" fmla="*/ 2200275 w 2209800"/>
              <a:gd name="connsiteY3" fmla="*/ 9519041 h 9519041"/>
              <a:gd name="connsiteX4" fmla="*/ 0 w 2209800"/>
              <a:gd name="connsiteY4" fmla="*/ 17777 h 9519041"/>
              <a:gd name="connsiteX0" fmla="*/ 0 w 2209800"/>
              <a:gd name="connsiteY0" fmla="*/ 17777 h 9592694"/>
              <a:gd name="connsiteX1" fmla="*/ 2190750 w 2209800"/>
              <a:gd name="connsiteY1" fmla="*/ 0 h 9592694"/>
              <a:gd name="connsiteX2" fmla="*/ 2209800 w 2209800"/>
              <a:gd name="connsiteY2" fmla="*/ 9509516 h 9592694"/>
              <a:gd name="connsiteX3" fmla="*/ 2200275 w 2209800"/>
              <a:gd name="connsiteY3" fmla="*/ 9592694 h 9592694"/>
              <a:gd name="connsiteX4" fmla="*/ 0 w 2209800"/>
              <a:gd name="connsiteY4" fmla="*/ 17777 h 9592694"/>
              <a:gd name="connsiteX0" fmla="*/ 0 w 2279073"/>
              <a:gd name="connsiteY0" fmla="*/ 4906456 h 9592694"/>
              <a:gd name="connsiteX1" fmla="*/ 2260023 w 2279073"/>
              <a:gd name="connsiteY1" fmla="*/ 0 h 9592694"/>
              <a:gd name="connsiteX2" fmla="*/ 2279073 w 2279073"/>
              <a:gd name="connsiteY2" fmla="*/ 9509516 h 9592694"/>
              <a:gd name="connsiteX3" fmla="*/ 2269548 w 2279073"/>
              <a:gd name="connsiteY3" fmla="*/ 9592694 h 9592694"/>
              <a:gd name="connsiteX4" fmla="*/ 0 w 2279073"/>
              <a:gd name="connsiteY4" fmla="*/ 4906456 h 9592694"/>
              <a:gd name="connsiteX0" fmla="*/ 0 w 1711036"/>
              <a:gd name="connsiteY0" fmla="*/ 3742485 h 9592694"/>
              <a:gd name="connsiteX1" fmla="*/ 1691986 w 1711036"/>
              <a:gd name="connsiteY1" fmla="*/ 0 h 9592694"/>
              <a:gd name="connsiteX2" fmla="*/ 1711036 w 1711036"/>
              <a:gd name="connsiteY2" fmla="*/ 9509516 h 9592694"/>
              <a:gd name="connsiteX3" fmla="*/ 1701511 w 1711036"/>
              <a:gd name="connsiteY3" fmla="*/ 9592694 h 9592694"/>
              <a:gd name="connsiteX4" fmla="*/ 0 w 1711036"/>
              <a:gd name="connsiteY4" fmla="*/ 3742485 h 959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1036" h="9592694">
                <a:moveTo>
                  <a:pt x="0" y="3742485"/>
                </a:moveTo>
                <a:lnTo>
                  <a:pt x="1691986" y="0"/>
                </a:lnTo>
                <a:lnTo>
                  <a:pt x="1711036" y="9509516"/>
                </a:lnTo>
                <a:lnTo>
                  <a:pt x="1701511" y="9592694"/>
                </a:lnTo>
                <a:lnTo>
                  <a:pt x="0" y="3742485"/>
                </a:lnTo>
                <a:close/>
              </a:path>
            </a:pathLst>
          </a:custGeom>
          <a:solidFill>
            <a:srgbClr val="006CA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0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19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31" r:id="rId2"/>
    <p:sldLayoutId id="2147483932" r:id="rId3"/>
    <p:sldLayoutId id="2147483933" r:id="rId4"/>
    <p:sldLayoutId id="2147483913" r:id="rId5"/>
    <p:sldLayoutId id="2147483934" r:id="rId6"/>
    <p:sldLayoutId id="2147483923" r:id="rId7"/>
    <p:sldLayoutId id="2147483919" r:id="rId8"/>
    <p:sldLayoutId id="2147483920" r:id="rId9"/>
    <p:sldLayoutId id="2147483918" r:id="rId10"/>
    <p:sldLayoutId id="2147483915" r:id="rId11"/>
    <p:sldLayoutId id="2147483935" r:id="rId12"/>
    <p:sldLayoutId id="2147483916" r:id="rId13"/>
    <p:sldLayoutId id="214748392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bg1"/>
          </a:solidFill>
          <a:latin typeface="Arial Narrow" charset="0"/>
          <a:ea typeface="Arial Narrow" charset="0"/>
          <a:cs typeface="Arial Narrow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200" kern="1200">
          <a:solidFill>
            <a:schemeClr val="bg1"/>
          </a:solidFill>
          <a:latin typeface="Arial Narrow" charset="0"/>
          <a:ea typeface="Arial Narrow" charset="0"/>
          <a:cs typeface="Arial Narrow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5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tranet.monash/marketing-communications/media/images/brand-guidelines_mar17/6.-Graphic-Devices.pdf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9D1AFA2-79F0-553F-399A-C04FF2C13CC1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1</a:t>
            </a:fld>
            <a:endParaRPr lang="en-MY" sz="1600" dirty="0">
              <a:latin typeface="Arial Narrow" panose="020B0606020202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6F90C9-227D-FA3D-15B6-535EC77F1BA7}"/>
              </a:ext>
            </a:extLst>
          </p:cNvPr>
          <p:cNvCxnSpPr>
            <a:cxnSpLocks/>
          </p:cNvCxnSpPr>
          <p:nvPr/>
        </p:nvCxnSpPr>
        <p:spPr>
          <a:xfrm>
            <a:off x="7898130" y="6263640"/>
            <a:ext cx="3714750" cy="21717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EF57808-18E0-BD56-2616-1EBC0798E07D}"/>
              </a:ext>
            </a:extLst>
          </p:cNvPr>
          <p:cNvSpPr txBox="1"/>
          <p:nvPr/>
        </p:nvSpPr>
        <p:spPr>
          <a:xfrm>
            <a:off x="4293871" y="5734396"/>
            <a:ext cx="360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 dirty="0">
                <a:solidFill>
                  <a:srgbClr val="C00000"/>
                </a:solidFill>
                <a:latin typeface="Arial Narrow" panose="020B0606020202030204" pitchFamily="34" charset="0"/>
              </a:rPr>
              <a:t>Note: </a:t>
            </a:r>
            <a:r>
              <a:rPr lang="en-MY" dirty="0">
                <a:solidFill>
                  <a:srgbClr val="C00000"/>
                </a:solidFill>
                <a:latin typeface="Arial Narrow" panose="020B0606020202030204" pitchFamily="34" charset="0"/>
              </a:rPr>
              <a:t>Please copy-paste the page number box on each slide. The page numbers will update accordingly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F12AE4-32B8-5742-3A18-F97CFC28E870}"/>
              </a:ext>
            </a:extLst>
          </p:cNvPr>
          <p:cNvGrpSpPr/>
          <p:nvPr/>
        </p:nvGrpSpPr>
        <p:grpSpPr>
          <a:xfrm>
            <a:off x="2983078" y="352517"/>
            <a:ext cx="1796393" cy="774699"/>
            <a:chOff x="5342217" y="1473060"/>
            <a:chExt cx="3054298" cy="131717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C55F60-2362-BB67-32D9-BDEA3EAB38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901" t="32358" r="15890" b="28755"/>
            <a:stretch/>
          </p:blipFill>
          <p:spPr>
            <a:xfrm>
              <a:off x="5466198" y="1473060"/>
              <a:ext cx="2930317" cy="1317173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22B4852-0F9E-4CD4-437E-7F381F8F7F02}"/>
                </a:ext>
              </a:extLst>
            </p:cNvPr>
            <p:cNvCxnSpPr>
              <a:cxnSpLocks/>
            </p:cNvCxnSpPr>
            <p:nvPr/>
          </p:nvCxnSpPr>
          <p:spPr>
            <a:xfrm>
              <a:off x="5342217" y="1578324"/>
              <a:ext cx="0" cy="115628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260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9B543F-BC3A-D0B0-D15C-D0EA6B449FF9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2</a:t>
            </a:fld>
            <a:endParaRPr lang="en-MY" sz="1600" dirty="0">
              <a:latin typeface="Arial Narrow" panose="020B0606020202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7685C5-8B03-680B-46B6-6AE921B20F19}"/>
              </a:ext>
            </a:extLst>
          </p:cNvPr>
          <p:cNvGrpSpPr/>
          <p:nvPr/>
        </p:nvGrpSpPr>
        <p:grpSpPr>
          <a:xfrm>
            <a:off x="2983078" y="352517"/>
            <a:ext cx="1796393" cy="774699"/>
            <a:chOff x="5342217" y="1473060"/>
            <a:chExt cx="3054298" cy="13171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469DCF0-C6CE-D0AD-119D-386BB08D6C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4901" t="32358" r="15890" b="28755"/>
            <a:stretch/>
          </p:blipFill>
          <p:spPr>
            <a:xfrm>
              <a:off x="5466198" y="1473060"/>
              <a:ext cx="2930317" cy="1317173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415556B-7400-4217-A310-6830C15076B4}"/>
                </a:ext>
              </a:extLst>
            </p:cNvPr>
            <p:cNvCxnSpPr>
              <a:cxnSpLocks/>
            </p:cNvCxnSpPr>
            <p:nvPr/>
          </p:nvCxnSpPr>
          <p:spPr>
            <a:xfrm>
              <a:off x="5342217" y="1578324"/>
              <a:ext cx="0" cy="115628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118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F5235D8-811B-C0BC-0E1D-5EE0E3789CE6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3</a:t>
            </a:fld>
            <a:endParaRPr lang="en-MY" sz="1600" dirty="0">
              <a:latin typeface="Arial Narrow" panose="020B0606020202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B66392-CBE0-85C1-9380-59222AFAF5F6}"/>
              </a:ext>
            </a:extLst>
          </p:cNvPr>
          <p:cNvGrpSpPr/>
          <p:nvPr/>
        </p:nvGrpSpPr>
        <p:grpSpPr>
          <a:xfrm>
            <a:off x="2983078" y="352517"/>
            <a:ext cx="1796393" cy="774699"/>
            <a:chOff x="5342217" y="1473060"/>
            <a:chExt cx="3054298" cy="13171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3B6BB6-2579-DECB-D3E9-49561B722F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901" t="32358" r="15890" b="28755"/>
            <a:stretch/>
          </p:blipFill>
          <p:spPr>
            <a:xfrm>
              <a:off x="5466198" y="1473060"/>
              <a:ext cx="2930317" cy="1317173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31C032-1D97-E518-2735-E893EB758B7C}"/>
                </a:ext>
              </a:extLst>
            </p:cNvPr>
            <p:cNvCxnSpPr>
              <a:cxnSpLocks/>
            </p:cNvCxnSpPr>
            <p:nvPr/>
          </p:nvCxnSpPr>
          <p:spPr>
            <a:xfrm>
              <a:off x="5342217" y="1578324"/>
              <a:ext cx="0" cy="115628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034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A6D6279-24DF-527A-0835-294CC4B27E70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4</a:t>
            </a:fld>
            <a:endParaRPr lang="en-MY" sz="1600" dirty="0">
              <a:latin typeface="Arial Narrow" panose="020B0606020202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6A301D-1162-D7B6-26B8-C6D2C7467DEB}"/>
              </a:ext>
            </a:extLst>
          </p:cNvPr>
          <p:cNvGrpSpPr/>
          <p:nvPr/>
        </p:nvGrpSpPr>
        <p:grpSpPr>
          <a:xfrm>
            <a:off x="2983078" y="352517"/>
            <a:ext cx="1796393" cy="774699"/>
            <a:chOff x="5342217" y="1473060"/>
            <a:chExt cx="3054298" cy="13171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994AC05-26EA-30D8-4A97-EF01C2DDCE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901" t="32358" r="15890" b="28755"/>
            <a:stretch/>
          </p:blipFill>
          <p:spPr>
            <a:xfrm>
              <a:off x="5466198" y="1473060"/>
              <a:ext cx="2930317" cy="1317173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165CE3B-A4C9-7BF1-0941-27333483282A}"/>
                </a:ext>
              </a:extLst>
            </p:cNvPr>
            <p:cNvCxnSpPr>
              <a:cxnSpLocks/>
            </p:cNvCxnSpPr>
            <p:nvPr/>
          </p:nvCxnSpPr>
          <p:spPr>
            <a:xfrm>
              <a:off x="5342217" y="1578324"/>
              <a:ext cx="0" cy="115628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330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TextBox 7"/>
          <p:cNvSpPr txBox="1"/>
          <p:nvPr/>
        </p:nvSpPr>
        <p:spPr>
          <a:xfrm>
            <a:off x="6276921" y="3545614"/>
            <a:ext cx="2368996" cy="3193182"/>
          </a:xfrm>
          <a:prstGeom prst="rect">
            <a:avLst/>
          </a:prstGeom>
          <a:solidFill>
            <a:srgbClr val="969696"/>
          </a:solidFill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AU" sz="105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[select this box and click ‘delete’ to remove]</a:t>
            </a:r>
            <a:br>
              <a:rPr lang="en-AU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change these images: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image icon in the centre of each image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Navigate in your browser to the preferred image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‘format shape’, ensure the ‘tile picture as texture’ box is checked</a:t>
            </a:r>
          </a:p>
          <a:p>
            <a:pPr marL="228600" indent="-228600">
              <a:spcBef>
                <a:spcPts val="300"/>
              </a:spcBef>
              <a:buAutoNum type="arabicPeriod"/>
            </a:pPr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then position the image using the ‘alignment’ dropdown. Images can be scaled using ‘scale X’ and ‘scale Y’ percentages.</a:t>
            </a:r>
          </a:p>
          <a:p>
            <a:pPr>
              <a:spcBef>
                <a:spcPts val="300"/>
              </a:spcBef>
            </a:pPr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 to our </a:t>
            </a:r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brand guidelines </a:t>
            </a:r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guidance on choosing on-brand imagery. 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AC6EA29-E2C8-7138-43D5-464D2810E498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5</a:t>
            </a:fld>
            <a:endParaRPr lang="en-MY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755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5A3AFAF-94AA-CA06-1AE3-9D865110C8D7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6</a:t>
            </a:fld>
            <a:endParaRPr lang="en-MY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71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21AA8CC-CBBF-8A40-247A-C39FFE26CA78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7</a:t>
            </a:fld>
            <a:endParaRPr lang="en-MY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65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27F27A-921D-32EC-6D95-CEBD16E41A92}"/>
              </a:ext>
            </a:extLst>
          </p:cNvPr>
          <p:cNvSpPr txBox="1">
            <a:spLocks/>
          </p:cNvSpPr>
          <p:nvPr/>
        </p:nvSpPr>
        <p:spPr>
          <a:xfrm>
            <a:off x="9198471" y="6356350"/>
            <a:ext cx="2743200" cy="3651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kern="1200" baseline="0">
                <a:solidFill>
                  <a:schemeClr val="tx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6F3F2CD-5211-4806-929C-55608A2A98CC}" type="slidenum">
              <a:rPr lang="en-MY" sz="1600" smtClean="0">
                <a:latin typeface="Arial Narrow" panose="020B0606020202030204" pitchFamily="34" charset="0"/>
              </a:rPr>
              <a:pPr algn="r"/>
              <a:t>8</a:t>
            </a:fld>
            <a:endParaRPr lang="en-MY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419308"/>
      </p:ext>
    </p:extLst>
  </p:cSld>
  <p:clrMapOvr>
    <a:masterClrMapping/>
  </p:clrMapOvr>
</p:sld>
</file>

<file path=ppt/theme/theme1.xml><?xml version="1.0" encoding="utf-8"?>
<a:theme xmlns:a="http://schemas.openxmlformats.org/drawingml/2006/main" name="Image Dec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24425</TotalTime>
  <Words>122</Words>
  <Application>Microsoft Office PowerPoint</Application>
  <PresentationFormat>Widescreen</PresentationFormat>
  <Paragraphs>18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Narrow</vt:lpstr>
      <vt:lpstr>Calibri</vt:lpstr>
      <vt:lpstr>Image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Timothy Burnett</dc:creator>
  <cp:lastModifiedBy>Yue Kong</cp:lastModifiedBy>
  <cp:revision>413</cp:revision>
  <cp:lastPrinted>2017-06-07T05:21:52Z</cp:lastPrinted>
  <dcterms:created xsi:type="dcterms:W3CDTF">2017-05-31T01:24:04Z</dcterms:created>
  <dcterms:modified xsi:type="dcterms:W3CDTF">2026-09-07T01:37:58Z</dcterms:modified>
</cp:coreProperties>
</file>